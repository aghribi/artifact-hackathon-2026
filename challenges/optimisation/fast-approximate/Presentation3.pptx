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64" r:id="rId7"/>
    <p:sldId id="265" r:id="rId8"/>
    <p:sldId id="266" r:id="rId9"/>
    <p:sldId id="267" r:id="rId10"/>
    <p:sldId id="268" r:id="rId11"/>
    <p:sldId id="263" r:id="rId12"/>
    <p:sldId id="269" r:id="rId13"/>
    <p:sldId id="262" r:id="rId14"/>
    <p:sldId id="25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6"/>
    <p:restoredTop sz="94668"/>
  </p:normalViewPr>
  <p:slideViewPr>
    <p:cSldViewPr snapToGrid="0">
      <p:cViewPr>
        <p:scale>
          <a:sx n="130" d="100"/>
          <a:sy n="130" d="100"/>
        </p:scale>
        <p:origin x="-48" y="-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405B7-30F5-4B16-962A-6ABFAB9856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D15CF1-C995-0CA9-4C89-13AC51B93D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750A6-60D7-B00B-4641-882E2DB37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0A392-20A8-6179-8E5F-35D8D8E85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9CA13-404F-1D3A-FA5D-8C81D3E12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228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CE7C3-8AAC-E454-208D-17884AB14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12A1E-2F39-AE04-EDCC-99A66E4C6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3F68D-792D-4EE2-1DE0-2C3851FD4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DF568F-EEB8-4EBD-5551-08A9568BE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01BA4-CFC0-83A1-8B3D-576BA4D77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961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94E42-3216-34B9-76D9-B827EB7B5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6B573-6ACC-7960-6CE9-7480129E4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EBB25-A8E5-09A6-DE3B-1559FE929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9998E-331F-D5ED-C7FC-6F597F083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12459-9891-3DB2-39DD-955B4D37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395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41EA9-BB39-A275-174C-85696DF4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B8426-8B49-EC11-B179-06727BBDAE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80586E-49E4-E94B-F20D-944820DCF7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0FD53-06B6-8D6F-13FF-75B07C470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87D9A3-4B96-C13B-23E1-7C6F22E8D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8D4E88-A549-5529-B03E-653F1550E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665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6B79B-096B-4A5C-242E-106FDF780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44A2F-D65B-92F6-B2D3-83EFD523E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BA6374-5AF6-B275-1934-B5F734AAA2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852171-3F81-1FF6-3D85-21BD0194FF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992143-8675-6B70-B945-ABE99BFAAC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659C12-F10A-52C0-3D7D-99CC3AC1B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A01EB3-DEC2-F314-6282-5C1CAAEE0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6C8E34-49CA-54CF-C8FF-BF5BA0EFC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41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3F4C7-E454-9647-11F7-8C51EB7DB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94B6B3-9CFB-D1EB-FB03-95269F34A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6B41FF-2DA7-2F9E-E459-DF1B5C37B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DF6CCD-CEBC-0F78-BF76-9E9A653B0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28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BEFD35-BDE8-B354-75FF-60828AB61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990F16-D152-291D-409E-0C9A3C5A7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7F0C3-F7CF-C8A4-5224-148B207D6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09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4032F-1C74-031F-7B66-068AD948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1A0C8-7905-4BEA-9B84-52BCE09BA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F8E8FD-85B2-DC33-3B4E-B2A519AF6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A4451-1593-E00F-6562-EEBBBD4E3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87929-5B7D-0C89-B88C-493703583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D47ED-6EFD-D203-D80C-4A77594E3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630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8EC27-EA3A-6800-A598-A29D46D9F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0820B-56A3-A81E-9AE3-630B4003D21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4C7231-D374-A646-E8E1-79F1937920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226F5B-F223-0E5D-3A4D-BE20C4335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991C96-875F-67B4-FF3F-54A8A0752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E7F589-9136-C19F-C43E-2ADA75F6F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469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0E85E-4ED6-8212-B9BA-623A7BD93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A23240-2795-8E18-B5F9-269490C230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C506E-D475-CAC2-5D9A-0E858BFE43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A7E3F-8F16-E2D5-BD49-53B399E46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26F4DB-7B6A-CF52-BA1A-CFED7829F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648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E631E4-FA26-481D-3C2A-C607308E02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360FA4-916E-FD41-6163-4D1A8D5315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D0B4D-DC89-53C3-67C1-987B877A6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2FE-3F55-269A-4FE3-C47200941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7B409-8695-E7BF-A702-FA8BC31C5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88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1E8E16-6A40-D27B-66B7-5C89FA5EC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EC5B5-D355-E8A0-06AB-DAA3A1A64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B883D-F925-E2B6-9D35-6F752885B9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05E294-B2CE-E34C-9C9F-DCAECEC52AD9}" type="datetimeFigureOut">
              <a:rPr lang="en-US" smtClean="0"/>
              <a:t>10/14/26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E6466-A8E8-28F3-50F4-A7EB8D45A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097C5F-2D02-31EA-D72A-15160E7C55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9E24F1-90DD-9D47-8AAE-6221964F3C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923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66DF-9510-ECC4-4B6D-EAC855D881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Fast &amp; Approximate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5633F9-9BAB-5A2E-4AA2-05D47D05B3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What is CLEAR?</a:t>
            </a:r>
          </a:p>
        </p:txBody>
      </p:sp>
    </p:spTree>
    <p:extLst>
      <p:ext uri="{BB962C8B-B14F-4D97-AF65-F5344CB8AC3E}">
        <p14:creationId xmlns:p14="http://schemas.microsoft.com/office/powerpoint/2010/main" val="20464798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CF896-B5A7-D9E7-BFA7-C805C3111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LABELLING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E6F42-2CDC-063E-AE85-6018FBA944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Meaning</a:t>
            </a:r>
            <a:endParaRPr lang="sl-SI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6FEE4A0D-9D0F-8C06-8601-E9C6FCD80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952" y="1690688"/>
            <a:ext cx="7804465" cy="4898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8805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0BC2B-9D36-8A3E-2596-669248DC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A69AD-6FE6-DA8C-EC86-6072FA713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STUDY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1677F1-B8E1-0A94-91D0-56C36D5AD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Scalar</a:t>
            </a:r>
          </a:p>
          <a:p>
            <a:pPr lvl="1"/>
            <a:r>
              <a:rPr lang="en-US" dirty="0"/>
              <a:t>Magnets</a:t>
            </a:r>
          </a:p>
          <a:p>
            <a:pPr lvl="1"/>
            <a:r>
              <a:rPr lang="en-US" dirty="0"/>
              <a:t>Laser power</a:t>
            </a:r>
          </a:p>
          <a:p>
            <a:r>
              <a:rPr lang="en-US" dirty="0"/>
              <a:t>Waveform </a:t>
            </a:r>
          </a:p>
          <a:p>
            <a:pPr lvl="1"/>
            <a:r>
              <a:rPr lang="en-US" dirty="0"/>
              <a:t>RF</a:t>
            </a:r>
          </a:p>
          <a:p>
            <a:pPr lvl="1"/>
            <a:r>
              <a:rPr lang="en-US" dirty="0"/>
              <a:t>Laser</a:t>
            </a:r>
          </a:p>
          <a:p>
            <a:r>
              <a:rPr lang="en-US" dirty="0"/>
              <a:t>Image</a:t>
            </a:r>
          </a:p>
          <a:p>
            <a:pPr lvl="1"/>
            <a:r>
              <a:rPr lang="en-US" dirty="0"/>
              <a:t>Laser</a:t>
            </a:r>
          </a:p>
          <a:p>
            <a:r>
              <a:rPr lang="en-US" dirty="0"/>
              <a:t>Self correlation</a:t>
            </a:r>
          </a:p>
        </p:txBody>
      </p:sp>
    </p:spTree>
    <p:extLst>
      <p:ext uri="{BB962C8B-B14F-4D97-AF65-F5344CB8AC3E}">
        <p14:creationId xmlns:p14="http://schemas.microsoft.com/office/powerpoint/2010/main" val="2781613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C3B92E-3589-2CB9-DBBC-058827494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501" y="1161827"/>
            <a:ext cx="11498819" cy="3642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3671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239EF28-BF16-A861-6FD5-6728F0F091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1392"/>
          <a:stretch>
            <a:fillRect/>
          </a:stretch>
        </p:blipFill>
        <p:spPr>
          <a:xfrm>
            <a:off x="2519789" y="0"/>
            <a:ext cx="73795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283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E722C-8285-64EC-A7C1-E325262B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6153AE0-4085-8379-5611-9618CF050E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4355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178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FD4FC-0A93-386F-5255-3CE820548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C817833-BA48-1AE8-816A-A61EDB34A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400" y="22831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8538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9094F-585D-7B1E-39F5-971B6EE3F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448F8E2-53C6-FBBA-9D80-D511144B6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21307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43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AD056-8137-47DA-761D-57C82B8C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9F7CE8-00E7-CBCC-F1D6-9961FF4F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19783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9763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8E9B1-A136-74F3-C07E-D09D521A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D7F055-4263-6B36-75CC-0106C9DA7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8259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618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6115C-2088-8EDF-5EBD-1FD8384A7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E142051-BEF7-FDDC-EBB7-171017B39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73510"/>
            <a:ext cx="7772400" cy="3510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207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87568-F3FC-618A-8C7D-0E46D79A6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8C31063-59DB-ECB7-E19C-8B1E45713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26416"/>
            <a:ext cx="7772400" cy="5679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430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9024C58-9454-164B-DEE2-6E8CB223B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7699"/>
            <a:ext cx="7450818" cy="654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642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F3BC-6F7C-2201-75B9-C0F1C59DC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9369E-4E32-6592-F6EB-5088962EEA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215" y="0"/>
            <a:ext cx="7772400" cy="68236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9A1933-1775-FDA1-58A9-62A0F8CDEC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1015" y="0"/>
            <a:ext cx="7772400" cy="68236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1BD321-B42D-C6B9-C039-40288E18B0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0215" y="0"/>
            <a:ext cx="7772400" cy="682361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EA7C97-A5FF-9499-CE3C-C0757294B5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215" y="0"/>
            <a:ext cx="7772400" cy="682361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8C6705-72FB-0AAB-5604-2BA063DFC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215" y="0"/>
            <a:ext cx="7772400" cy="6823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28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25</Words>
  <Application>Microsoft Macintosh PowerPoint</Application>
  <PresentationFormat>Widescreen</PresentationFormat>
  <Paragraphs>15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Fast &amp; Approximate</vt:lpstr>
      <vt:lpstr>DATA LABELLING </vt:lpstr>
      <vt:lpstr>DATA STUDY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Correlation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Antonio Gilardi</dc:creator>
  <cp:lastModifiedBy>Antonio Gilardi</cp:lastModifiedBy>
  <cp:revision>4</cp:revision>
  <dcterms:created xsi:type="dcterms:W3CDTF">2026-10-13T14:15:52Z</dcterms:created>
  <dcterms:modified xsi:type="dcterms:W3CDTF">2026-10-14T06:53:26Z</dcterms:modified>
</cp:coreProperties>
</file>