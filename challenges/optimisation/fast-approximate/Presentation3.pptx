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70" r:id="rId4"/>
    <p:sldId id="258" r:id="rId5"/>
    <p:sldId id="261" r:id="rId6"/>
    <p:sldId id="260" r:id="rId7"/>
    <p:sldId id="264" r:id="rId8"/>
    <p:sldId id="265" r:id="rId9"/>
    <p:sldId id="266" r:id="rId10"/>
    <p:sldId id="267" r:id="rId11"/>
    <p:sldId id="268" r:id="rId12"/>
    <p:sldId id="263" r:id="rId13"/>
    <p:sldId id="269" r:id="rId14"/>
    <p:sldId id="262" r:id="rId15"/>
    <p:sldId id="259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527"/>
    <p:restoredTop sz="94660"/>
  </p:normalViewPr>
  <p:slideViewPr>
    <p:cSldViewPr snapToGrid="0">
      <p:cViewPr>
        <p:scale>
          <a:sx n="135" d="100"/>
          <a:sy n="135" d="100"/>
        </p:scale>
        <p:origin x="-352" y="-4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5405B7-30F5-4B16-962A-6ABFAB98568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6D15CF1-C995-0CA9-4C89-13AC51B93D2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0750A6-60D7-B00B-4641-882E2DB37E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05E294-B2CE-E34C-9C9F-DCAECEC52AD9}" type="datetimeFigureOut">
              <a:rPr lang="en-US" smtClean="0"/>
              <a:t>10/15/26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10A392-20A8-6179-8E5F-35D8D8E854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19CA13-404F-1D3A-FA5D-8C81D3E123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9E24F1-90DD-9D47-8AAE-6221964F3C8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822893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5CE7C3-8AAC-E454-208D-17884AB14B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712A1E-2F39-AE04-EDCC-99A66E4C69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23F68D-792D-4EE2-1DE0-2C3851FD49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05E294-B2CE-E34C-9C9F-DCAECEC52AD9}" type="datetimeFigureOut">
              <a:rPr lang="en-US" smtClean="0"/>
              <a:t>10/15/26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DF568F-EEB8-4EBD-5551-08A9568BED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C01BA4-CFC0-83A1-8B3D-576BA4D77E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9E24F1-90DD-9D47-8AAE-6221964F3C8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96192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94E42-3216-34B9-76D9-B827EB7B55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536B573-6ACC-7960-6CE9-7480129E4CE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AEBB25-A8E5-09A6-DE3B-1559FE9296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05E294-B2CE-E34C-9C9F-DCAECEC52AD9}" type="datetimeFigureOut">
              <a:rPr lang="en-US" smtClean="0"/>
              <a:t>10/15/26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E9998E-331F-D5ED-C7FC-6F597F0834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B12459-9891-3DB2-39DD-955B4D37B6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9E24F1-90DD-9D47-8AAE-6221964F3C8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23955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841EA9-BB39-A275-174C-85696DF404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6B8426-8B49-EC11-B179-06727BBDAEE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480586E-49E4-E94B-F20D-944820DCF78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850FD53-06B6-8D6F-13FF-75B07C470D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05E294-B2CE-E34C-9C9F-DCAECEC52AD9}" type="datetimeFigureOut">
              <a:rPr lang="en-US" smtClean="0"/>
              <a:t>10/15/26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C87D9A3-4B96-C13B-23E1-7C6F22E8D7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18D4E88-A549-5529-B03E-653F1550E6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9E24F1-90DD-9D47-8AAE-6221964F3C8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66655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D6B79B-096B-4A5C-242E-106FDF780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D444A2F-D65B-92F6-B2D3-83EFD523E83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6BA6374-5AF6-B275-1934-B5F734AAA21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2852171-3F81-1FF6-3D85-21BD0194FF9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6992143-8675-6B70-B945-ABE99BFAAC9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E659C12-F10A-52C0-3D7D-99CC3AC1B7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05E294-B2CE-E34C-9C9F-DCAECEC52AD9}" type="datetimeFigureOut">
              <a:rPr lang="en-US" smtClean="0"/>
              <a:t>10/15/26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BA01EB3-DEC2-F314-6282-5C1CAAEE09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56C8E34-49CA-54CF-C8FF-BF5BA0EFCD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9E24F1-90DD-9D47-8AAE-6221964F3C8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4131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13F4C7-E454-9647-11F7-8C51EB7DBD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A94B6B3-9CFB-D1EB-FB03-95269F34A2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05E294-B2CE-E34C-9C9F-DCAECEC52AD9}" type="datetimeFigureOut">
              <a:rPr lang="en-US" smtClean="0"/>
              <a:t>10/15/26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6B41FF-2DA7-2F9E-E459-DF1B5C37B0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5DF6CCD-CEBC-0F78-BF76-9E9A653B04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9E24F1-90DD-9D47-8AAE-6221964F3C8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82829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ABEFD35-BDE8-B354-75FF-60828AB611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05E294-B2CE-E34C-9C9F-DCAECEC52AD9}" type="datetimeFigureOut">
              <a:rPr lang="en-US" smtClean="0"/>
              <a:t>10/15/26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B990F16-D152-291D-409E-0C9A3C5A72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17F0C3-F7CF-C8A4-5224-148B207D6B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9E24F1-90DD-9D47-8AAE-6221964F3C8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509767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54032F-1C74-031F-7B66-068AD94810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71A0C8-7905-4BEA-9B84-52BCE09BA4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8F8E8FD-85B2-DC33-3B4E-B2A519AF62D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F5A4451-1593-E00F-6562-EEBBBD4E3A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05E294-B2CE-E34C-9C9F-DCAECEC52AD9}" type="datetimeFigureOut">
              <a:rPr lang="en-US" smtClean="0"/>
              <a:t>10/15/26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7687929-5B7D-0C89-B88C-4937035830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39D47ED-6EFD-D203-D80C-4A77594E3C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9E24F1-90DD-9D47-8AAE-6221964F3C8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463078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98EC27-EA3A-6800-A598-A29D46D9FF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210820B-56A3-A81E-9AE3-630B4003D212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E4C7231-D374-A646-E8E1-79F1937920D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E226F5B-F223-0E5D-3A4D-BE20C4335C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05E294-B2CE-E34C-9C9F-DCAECEC52AD9}" type="datetimeFigureOut">
              <a:rPr lang="en-US" smtClean="0"/>
              <a:t>10/15/26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B991C96-875F-67B4-FF3F-54A8A07520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AE7F589-9136-C19F-C43E-2ADA75F6F8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9E24F1-90DD-9D47-8AAE-6221964F3C8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54696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A0E85E-4ED6-8212-B9BA-623A7BD939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CA23240-2795-8E18-B5F9-269490C2305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8C506E-D475-CAC2-5D9A-0E858BFE43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05E294-B2CE-E34C-9C9F-DCAECEC52AD9}" type="datetimeFigureOut">
              <a:rPr lang="en-US" smtClean="0"/>
              <a:t>10/15/26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3A7E3F-8F16-E2D5-BD49-53B399E468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26F4DB-7B6A-CF52-BA1A-CFED7829FA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9E24F1-90DD-9D47-8AAE-6221964F3C8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46489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EE631E4-FA26-481D-3C2A-C607308E023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C360FA4-916E-FD41-6163-4D1A8D5315D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0D0B4D-DC89-53C3-67C1-987B877A6F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05E294-B2CE-E34C-9C9F-DCAECEC52AD9}" type="datetimeFigureOut">
              <a:rPr lang="en-US" smtClean="0"/>
              <a:t>10/15/26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4912FE-3F55-269A-4FE3-C47200941A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87B409-8695-E7BF-A702-FA8BC31C55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9E24F1-90DD-9D47-8AAE-6221964F3C8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67882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E1E8E16-6A40-D27B-66B7-5C89FA5EC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9CEC5B5-D355-E8A0-06AB-DAA3A1A6402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BDB883D-F925-E2B6-9D35-6F752885B90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305E294-B2CE-E34C-9C9F-DCAECEC52AD9}" type="datetimeFigureOut">
              <a:rPr lang="en-US" smtClean="0"/>
              <a:t>10/15/26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4E6466-A8E8-28F3-50F4-A7EB8D45A5E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097C5F-2D02-31EA-D72A-15160E7C558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39E24F1-90DD-9D47-8AAE-6221964F3C8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59238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2766DF-9510-ECC4-4B6D-EAC855D881B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Fast &amp; Approximate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35633F9-9BAB-5A2E-4AA2-05D47D05B35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What is CLEAR?</a:t>
            </a:r>
          </a:p>
        </p:txBody>
      </p:sp>
    </p:spTree>
    <p:extLst>
      <p:ext uri="{BB962C8B-B14F-4D97-AF65-F5344CB8AC3E}">
        <p14:creationId xmlns:p14="http://schemas.microsoft.com/office/powerpoint/2010/main" val="204647985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CCF896-B5A7-D9E7-BFA7-C805C31116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LABELLING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1E6F42-2CDC-063E-AE85-6018FBA944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Dataset Meaning</a:t>
            </a:r>
            <a:endParaRPr lang="sl-SI" dirty="0"/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4" name="Content Placeholder 6">
            <a:extLst>
              <a:ext uri="{FF2B5EF4-FFF2-40B4-BE49-F238E27FC236}">
                <a16:creationId xmlns:a16="http://schemas.microsoft.com/office/drawing/2014/main" id="{6FEE4A0D-9D0F-8C06-8601-E9C6FCD809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1952" y="1690688"/>
            <a:ext cx="7804465" cy="48983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880528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EDC61A-B5BB-376C-79F3-2937C34A7F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32208B62-DCE7-2265-E37F-DED5FF0280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OUTLINE	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15447D77-1E0A-4AB7-D2A4-03D04DDABC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60500"/>
            <a:ext cx="10515600" cy="5032375"/>
          </a:xfrm>
        </p:spPr>
        <p:txBody>
          <a:bodyPr>
            <a:normAutofit fontScale="92500" lnSpcReduction="20000"/>
          </a:bodyPr>
          <a:lstStyle/>
          <a:p>
            <a:r>
              <a:rPr lang="en-US" sz="1400" dirty="0"/>
              <a:t>Problem Introduction</a:t>
            </a:r>
          </a:p>
          <a:p>
            <a:r>
              <a:rPr lang="en-US" sz="1400" b="1" dirty="0"/>
              <a:t>Easy task:</a:t>
            </a:r>
          </a:p>
          <a:p>
            <a:pPr lvl="1"/>
            <a:r>
              <a:rPr lang="en-US" sz="1200" b="1" dirty="0">
                <a:solidFill>
                  <a:srgbClr val="FF0000"/>
                </a:solidFill>
              </a:rPr>
              <a:t>Problem description</a:t>
            </a:r>
          </a:p>
          <a:p>
            <a:pPr lvl="1"/>
            <a:r>
              <a:rPr lang="en-US" sz="1200" b="1" dirty="0"/>
              <a:t>Data handling</a:t>
            </a:r>
          </a:p>
          <a:p>
            <a:pPr lvl="1"/>
            <a:r>
              <a:rPr lang="en-US" sz="1200" b="1" dirty="0"/>
              <a:t>Data cleaning </a:t>
            </a:r>
          </a:p>
          <a:p>
            <a:pPr lvl="1"/>
            <a:r>
              <a:rPr lang="en-US" sz="1200" b="1" dirty="0"/>
              <a:t>Main challenges</a:t>
            </a:r>
          </a:p>
          <a:p>
            <a:r>
              <a:rPr lang="en-US" sz="1400" dirty="0"/>
              <a:t>Medium Task	</a:t>
            </a:r>
          </a:p>
          <a:p>
            <a:pPr lvl="1"/>
            <a:r>
              <a:rPr lang="en-US" sz="1200" dirty="0">
                <a:solidFill>
                  <a:srgbClr val="FF0000"/>
                </a:solidFill>
              </a:rPr>
              <a:t>Problem description</a:t>
            </a:r>
          </a:p>
          <a:p>
            <a:pPr lvl="1"/>
            <a:r>
              <a:rPr lang="en-US" sz="1200" dirty="0"/>
              <a:t>Approach used</a:t>
            </a:r>
          </a:p>
          <a:p>
            <a:pPr lvl="1"/>
            <a:r>
              <a:rPr lang="en-US" sz="1200" dirty="0"/>
              <a:t>Model results</a:t>
            </a:r>
          </a:p>
          <a:p>
            <a:pPr lvl="1"/>
            <a:r>
              <a:rPr lang="en-US" sz="1200" dirty="0"/>
              <a:t>Main and open challenges</a:t>
            </a:r>
          </a:p>
          <a:p>
            <a:r>
              <a:rPr lang="en-US" sz="1400" dirty="0"/>
              <a:t>Hard Task	</a:t>
            </a:r>
          </a:p>
          <a:p>
            <a:pPr lvl="1"/>
            <a:r>
              <a:rPr lang="en-US" sz="1200" dirty="0">
                <a:solidFill>
                  <a:srgbClr val="FF0000"/>
                </a:solidFill>
              </a:rPr>
              <a:t>Problem description</a:t>
            </a:r>
          </a:p>
          <a:p>
            <a:pPr lvl="1"/>
            <a:r>
              <a:rPr lang="en-US" sz="1200" dirty="0"/>
              <a:t>Approach used</a:t>
            </a:r>
          </a:p>
          <a:p>
            <a:pPr lvl="1"/>
            <a:r>
              <a:rPr lang="en-US" sz="1200" dirty="0"/>
              <a:t>Model results</a:t>
            </a:r>
          </a:p>
          <a:p>
            <a:pPr lvl="1"/>
            <a:r>
              <a:rPr lang="en-US" sz="1200" dirty="0"/>
              <a:t>Main and open challenges</a:t>
            </a:r>
          </a:p>
          <a:p>
            <a:r>
              <a:rPr lang="en-US" sz="1400" dirty="0"/>
              <a:t>Conclusion &amp; Outlook	</a:t>
            </a:r>
          </a:p>
          <a:p>
            <a:pPr lvl="1"/>
            <a:r>
              <a:rPr lang="en-US" sz="1200" dirty="0"/>
              <a:t>Conclusion</a:t>
            </a:r>
          </a:p>
          <a:p>
            <a:pPr lvl="2"/>
            <a:r>
              <a:rPr lang="en-US" sz="1100" dirty="0"/>
              <a:t>What was done, what were the main challenges </a:t>
            </a:r>
          </a:p>
          <a:p>
            <a:pPr lvl="2"/>
            <a:r>
              <a:rPr lang="en-US" sz="1100" dirty="0"/>
              <a:t>Colorful solution</a:t>
            </a:r>
          </a:p>
          <a:p>
            <a:pPr lvl="2"/>
            <a:r>
              <a:rPr lang="en-US" sz="1100" dirty="0"/>
              <a:t>Highlights of the results</a:t>
            </a:r>
          </a:p>
          <a:p>
            <a:pPr lvl="1"/>
            <a:r>
              <a:rPr lang="en-US" sz="1200" dirty="0"/>
              <a:t>Outlook</a:t>
            </a:r>
          </a:p>
          <a:p>
            <a:pPr lvl="2"/>
            <a:r>
              <a:rPr lang="en-US" sz="1100" dirty="0"/>
              <a:t>Challenge identified</a:t>
            </a:r>
          </a:p>
          <a:p>
            <a:pPr lvl="2"/>
            <a:r>
              <a:rPr lang="en-US" sz="1100" dirty="0"/>
              <a:t>Future scheduling work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CE812A6-C4A1-2557-4F8B-8023A115F6C3}"/>
              </a:ext>
            </a:extLst>
          </p:cNvPr>
          <p:cNvSpPr txBox="1"/>
          <p:nvPr/>
        </p:nvSpPr>
        <p:spPr>
          <a:xfrm>
            <a:off x="7587342" y="1027906"/>
            <a:ext cx="1179618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ANTONIO</a:t>
            </a:r>
          </a:p>
          <a:p>
            <a:r>
              <a:rPr lang="en-US" dirty="0"/>
              <a:t>ALEX </a:t>
            </a:r>
            <a:br>
              <a:rPr lang="en-US" dirty="0"/>
            </a:br>
            <a:r>
              <a:rPr lang="en-US" dirty="0"/>
              <a:t>QUENTIN</a:t>
            </a:r>
          </a:p>
          <a:p>
            <a:r>
              <a:rPr lang="en-US" dirty="0"/>
              <a:t>JAN</a:t>
            </a:r>
          </a:p>
        </p:txBody>
      </p:sp>
    </p:spTree>
    <p:extLst>
      <p:ext uri="{BB962C8B-B14F-4D97-AF65-F5344CB8AC3E}">
        <p14:creationId xmlns:p14="http://schemas.microsoft.com/office/powerpoint/2010/main" val="22014604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20BC2B-9D36-8A3E-2596-669248DC6B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AA69AD-6FE6-DA8C-EC86-6072FA7135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STUDY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1677F1-B8E1-0A94-91D0-56C36D5AD45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Scalar</a:t>
            </a:r>
          </a:p>
          <a:p>
            <a:pPr lvl="1"/>
            <a:r>
              <a:rPr lang="en-US" dirty="0"/>
              <a:t>Magnets</a:t>
            </a:r>
          </a:p>
          <a:p>
            <a:pPr lvl="1"/>
            <a:r>
              <a:rPr lang="en-US" dirty="0"/>
              <a:t>Laser power</a:t>
            </a:r>
          </a:p>
          <a:p>
            <a:r>
              <a:rPr lang="en-US" dirty="0"/>
              <a:t>Waveform </a:t>
            </a:r>
          </a:p>
          <a:p>
            <a:pPr lvl="1"/>
            <a:r>
              <a:rPr lang="en-US" dirty="0"/>
              <a:t>RF</a:t>
            </a:r>
          </a:p>
          <a:p>
            <a:pPr lvl="1"/>
            <a:r>
              <a:rPr lang="en-US" dirty="0"/>
              <a:t>Laser</a:t>
            </a:r>
          </a:p>
          <a:p>
            <a:r>
              <a:rPr lang="en-US" dirty="0"/>
              <a:t>Image</a:t>
            </a:r>
          </a:p>
          <a:p>
            <a:pPr lvl="1"/>
            <a:r>
              <a:rPr lang="en-US" dirty="0"/>
              <a:t>Laser</a:t>
            </a:r>
          </a:p>
          <a:p>
            <a:r>
              <a:rPr lang="en-US" dirty="0"/>
              <a:t>Self correlation</a:t>
            </a:r>
          </a:p>
        </p:txBody>
      </p:sp>
    </p:spTree>
    <p:extLst>
      <p:ext uri="{BB962C8B-B14F-4D97-AF65-F5344CB8AC3E}">
        <p14:creationId xmlns:p14="http://schemas.microsoft.com/office/powerpoint/2010/main" val="278161308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6AC3B92E-3589-2CB9-DBBC-0588274949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501" y="1161827"/>
            <a:ext cx="11498819" cy="36424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036719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B239EF28-BF16-A861-6FD5-6728F0F0914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51392"/>
          <a:stretch>
            <a:fillRect/>
          </a:stretch>
        </p:blipFill>
        <p:spPr>
          <a:xfrm>
            <a:off x="2519789" y="0"/>
            <a:ext cx="737958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228360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BE722C-8285-64EC-A7C1-E325262B1C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F6153AE0-4085-8379-5611-9618CF050E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71800" y="2435510"/>
            <a:ext cx="7772400" cy="35109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717889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0FD4FC-0A93-386F-5255-3CE820548A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FC817833-BA48-1AE8-816A-A61EDB34AD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9400" y="2283110"/>
            <a:ext cx="7772400" cy="35109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085388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59094F-585D-7B1E-39F5-971B6EE3F7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D448F8E2-53C6-FBBA-9D80-D511144B60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7000" y="2130710"/>
            <a:ext cx="7772400" cy="35109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94326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6AD056-8137-47DA-761D-57C82B8CFD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699F7CE8-00E7-CBCC-F1D6-9961FF4F76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4600" y="1978310"/>
            <a:ext cx="7772400" cy="35109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976360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A8E9B1-A136-74F3-C07E-D09D521A2F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5BD7F055-4263-6B36-75CC-0106C9DA7C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2200" y="1825910"/>
            <a:ext cx="7772400" cy="35109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636188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16115C-2088-8EDF-5EBD-1FD8384A7B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FE142051-BEF7-FDDC-EBB7-171017B394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1673510"/>
            <a:ext cx="7772400" cy="35109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020782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A87568-F3FC-618A-8C7D-0E46D79A66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38C31063-59DB-ECB7-E19C-8B1E457138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926416"/>
            <a:ext cx="7772400" cy="56790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343041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9024C58-9454-164B-DEE2-6E8CB223B1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117699"/>
            <a:ext cx="7450818" cy="65412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264225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2FF3BC-6F7C-2201-75B9-C0F1C59DCB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Correlation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A29369E-4E32-6592-F6EB-5088962EEA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0215" y="0"/>
            <a:ext cx="7772400" cy="682361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B9A1933-1775-FDA1-58A9-62A0F8CDEC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1015" y="0"/>
            <a:ext cx="7772400" cy="682361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41BD321-B42D-C6B9-C039-40288E18B0D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90215" y="0"/>
            <a:ext cx="7772400" cy="682361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CEA7C97-A5FF-9499-CE3C-C0757294B50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90215" y="0"/>
            <a:ext cx="7772400" cy="6823611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F68C6705-72FB-0AAB-5604-2BA063DFC9F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90215" y="0"/>
            <a:ext cx="7772400" cy="68236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692859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</TotalTime>
  <Words>97</Words>
  <Application>Microsoft Macintosh PowerPoint</Application>
  <PresentationFormat>Widescreen</PresentationFormat>
  <Paragraphs>43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Aptos</vt:lpstr>
      <vt:lpstr>Aptos Display</vt:lpstr>
      <vt:lpstr>Arial</vt:lpstr>
      <vt:lpstr>Office Theme</vt:lpstr>
      <vt:lpstr>Fast &amp; Approximate</vt:lpstr>
      <vt:lpstr>DATA LABELLING </vt:lpstr>
      <vt:lpstr>OUTLINE </vt:lpstr>
      <vt:lpstr>DATA STUDY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Correlation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Antonio Gilardi</dc:creator>
  <cp:lastModifiedBy>Antonio Gilardi</cp:lastModifiedBy>
  <cp:revision>7</cp:revision>
  <dcterms:created xsi:type="dcterms:W3CDTF">2026-10-13T14:15:52Z</dcterms:created>
  <dcterms:modified xsi:type="dcterms:W3CDTF">2026-10-15T12:02:02Z</dcterms:modified>
</cp:coreProperties>
</file>