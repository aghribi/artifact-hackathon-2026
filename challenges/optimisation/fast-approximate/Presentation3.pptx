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45"/>
  </p:normalViewPr>
  <p:slideViewPr>
    <p:cSldViewPr snapToGrid="0">
      <p:cViewPr varScale="1">
        <p:scale>
          <a:sx n="122" d="100"/>
          <a:sy n="122" d="100"/>
        </p:scale>
        <p:origin x="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405B7-30F5-4B16-962A-6ABFAB9856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D15CF1-C995-0CA9-4C89-13AC51B93D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750A6-60D7-B00B-4641-882E2DB37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5E294-B2CE-E34C-9C9F-DCAECEC52AD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0A392-20A8-6179-8E5F-35D8D8E8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9CA13-404F-1D3A-FA5D-8C81D3E12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E24F1-90DD-9D47-8AAE-6221964F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228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CE7C3-8AAC-E454-208D-17884AB14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12A1E-2F39-AE04-EDCC-99A66E4C6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3F68D-792D-4EE2-1DE0-2C3851FD4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5E294-B2CE-E34C-9C9F-DCAECEC52AD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F568F-EEB8-4EBD-5551-08A9568BE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01BA4-CFC0-83A1-8B3D-576BA4D7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E24F1-90DD-9D47-8AAE-6221964F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619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4E42-3216-34B9-76D9-B827EB7B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6B573-6ACC-7960-6CE9-7480129E4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EBB25-A8E5-09A6-DE3B-1559FE929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5E294-B2CE-E34C-9C9F-DCAECEC52AD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9998E-331F-D5ED-C7FC-6F597F083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12459-9891-3DB2-39DD-955B4D37B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E24F1-90DD-9D47-8AAE-6221964F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95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41EA9-BB39-A275-174C-85696DF40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B8426-8B49-EC11-B179-06727BBDAE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0586E-49E4-E94B-F20D-944820DCF7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0FD53-06B6-8D6F-13FF-75B07C470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5E294-B2CE-E34C-9C9F-DCAECEC52AD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87D9A3-4B96-C13B-23E1-7C6F22E8D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D4E88-A549-5529-B03E-653F1550E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E24F1-90DD-9D47-8AAE-6221964F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65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6B79B-096B-4A5C-242E-106FDF780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44A2F-D65B-92F6-B2D3-83EFD523E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A6374-5AF6-B275-1934-B5F734AAA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52171-3F81-1FF6-3D85-21BD0194FF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992143-8675-6B70-B945-ABE99BFAAC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659C12-F10A-52C0-3D7D-99CC3AC1B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5E294-B2CE-E34C-9C9F-DCAECEC52AD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A01EB3-DEC2-F314-6282-5C1CAAEE0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6C8E34-49CA-54CF-C8FF-BF5BA0EFC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E24F1-90DD-9D47-8AAE-6221964F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1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F4C7-E454-9647-11F7-8C51EB7DB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94B6B3-9CFB-D1EB-FB03-95269F34A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5E294-B2CE-E34C-9C9F-DCAECEC52AD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6B41FF-2DA7-2F9E-E459-DF1B5C37B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F6CCD-CEBC-0F78-BF76-9E9A653B0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E24F1-90DD-9D47-8AAE-6221964F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28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BEFD35-BDE8-B354-75FF-60828AB61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5E294-B2CE-E34C-9C9F-DCAECEC52AD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90F16-D152-291D-409E-0C9A3C5A7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7F0C3-F7CF-C8A4-5224-148B207D6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E24F1-90DD-9D47-8AAE-6221964F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097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4032F-1C74-031F-7B66-068AD9481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1A0C8-7905-4BEA-9B84-52BCE09BA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8E8FD-85B2-DC33-3B4E-B2A519AF6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A4451-1593-E00F-6562-EEBBBD4E3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5E294-B2CE-E34C-9C9F-DCAECEC52AD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87929-5B7D-0C89-B88C-493703583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9D47ED-6EFD-D203-D80C-4A77594E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E24F1-90DD-9D47-8AAE-6221964F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30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8EC27-EA3A-6800-A598-A29D46D9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0820B-56A3-A81E-9AE3-630B4003D21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4C7231-D374-A646-E8E1-79F193792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26F5B-F223-0E5D-3A4D-BE20C4335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5E294-B2CE-E34C-9C9F-DCAECEC52AD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91C96-875F-67B4-FF3F-54A8A0752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7F589-9136-C19F-C43E-2ADA75F6F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E24F1-90DD-9D47-8AAE-6221964F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469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0E85E-4ED6-8212-B9BA-623A7BD93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A23240-2795-8E18-B5F9-269490C23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C506E-D475-CAC2-5D9A-0E858BFE4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5E294-B2CE-E34C-9C9F-DCAECEC52AD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A7E3F-8F16-E2D5-BD49-53B399E46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6F4DB-7B6A-CF52-BA1A-CFED7829F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E24F1-90DD-9D47-8AAE-6221964F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48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E631E4-FA26-481D-3C2A-C607308E02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360FA4-916E-FD41-6163-4D1A8D531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D0B4D-DC89-53C3-67C1-987B877A6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5E294-B2CE-E34C-9C9F-DCAECEC52AD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2FE-3F55-269A-4FE3-C4720094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7B409-8695-E7BF-A702-FA8BC31C5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E24F1-90DD-9D47-8AAE-6221964F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788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1E8E16-6A40-D27B-66B7-5C89FA5EC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EC5B5-D355-E8A0-06AB-DAA3A1A64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B883D-F925-E2B6-9D35-6F752885B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05E294-B2CE-E34C-9C9F-DCAECEC52AD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E6466-A8E8-28F3-50F4-A7EB8D45A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97C5F-2D02-31EA-D72A-15160E7C5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9E24F1-90DD-9D47-8AAE-6221964F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923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66DF-9510-ECC4-4B6D-EAC855D881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Fast &amp; Approximate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5633F9-9BAB-5A2E-4AA2-05D47D05B3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is CLEAR?</a:t>
            </a:r>
          </a:p>
        </p:txBody>
      </p:sp>
    </p:spTree>
    <p:extLst>
      <p:ext uri="{BB962C8B-B14F-4D97-AF65-F5344CB8AC3E}">
        <p14:creationId xmlns:p14="http://schemas.microsoft.com/office/powerpoint/2010/main" val="2046479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CF896-B5A7-D9E7-BFA7-C805C311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LABELLING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E6F42-2CDC-063E-AE85-6018FBA94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Meaning</a:t>
            </a:r>
            <a:endParaRPr lang="sl-SI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805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56162-BBAA-FB4F-F018-2F860F966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0FB415A-17DF-70A8-1BCB-9CB0D0AE20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2901" y="150786"/>
            <a:ext cx="10446198" cy="655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32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0BC2B-9D36-8A3E-2596-669248DC6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A69AD-6FE6-DA8C-EC86-6072FA713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STUDY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677F1-B8E1-0A94-91D0-56C36D5AD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Scalar</a:t>
            </a:r>
          </a:p>
          <a:p>
            <a:pPr lvl="1"/>
            <a:r>
              <a:rPr lang="en-US" dirty="0"/>
              <a:t>Magnets</a:t>
            </a:r>
          </a:p>
          <a:p>
            <a:pPr lvl="1"/>
            <a:r>
              <a:rPr lang="en-US" dirty="0"/>
              <a:t>Laser power</a:t>
            </a:r>
          </a:p>
          <a:p>
            <a:r>
              <a:rPr lang="en-US" dirty="0"/>
              <a:t>Waveform </a:t>
            </a:r>
          </a:p>
          <a:p>
            <a:pPr lvl="1"/>
            <a:r>
              <a:rPr lang="en-US" dirty="0"/>
              <a:t>RF</a:t>
            </a:r>
          </a:p>
          <a:p>
            <a:pPr lvl="1"/>
            <a:r>
              <a:rPr lang="en-US" dirty="0"/>
              <a:t>Laser</a:t>
            </a:r>
          </a:p>
          <a:p>
            <a:r>
              <a:rPr lang="en-US" dirty="0"/>
              <a:t>Image</a:t>
            </a:r>
          </a:p>
          <a:p>
            <a:pPr lvl="1"/>
            <a:r>
              <a:rPr lang="en-US" dirty="0"/>
              <a:t>Laser</a:t>
            </a:r>
          </a:p>
          <a:p>
            <a:r>
              <a:rPr lang="en-US" dirty="0"/>
              <a:t>Self correlation</a:t>
            </a:r>
          </a:p>
        </p:txBody>
      </p:sp>
    </p:spTree>
    <p:extLst>
      <p:ext uri="{BB962C8B-B14F-4D97-AF65-F5344CB8AC3E}">
        <p14:creationId xmlns:p14="http://schemas.microsoft.com/office/powerpoint/2010/main" val="2781613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Fast &amp; Approximate</vt:lpstr>
      <vt:lpstr>DATA LABELLING </vt:lpstr>
      <vt:lpstr>PowerPoint Presentation</vt:lpstr>
      <vt:lpstr>DATA STUDY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Gilardi</dc:creator>
  <cp:lastModifiedBy>Jan Jug</cp:lastModifiedBy>
  <cp:revision>2</cp:revision>
  <dcterms:created xsi:type="dcterms:W3CDTF">2026-10-13T14:15:52Z</dcterms:created>
  <dcterms:modified xsi:type="dcterms:W3CDTF">2026-10-13T14:34:43Z</dcterms:modified>
</cp:coreProperties>
</file>